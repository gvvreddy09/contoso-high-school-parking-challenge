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9" r:id="rId4"/>
    <p:sldId id="258" r:id="rId5"/>
    <p:sldId id="261" r:id="rId6"/>
    <p:sldId id="260" r:id="rId7"/>
    <p:sldId id="263" r:id="rId8"/>
    <p:sldId id="264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210103-1109-2A85-493A-2B66F3B4CC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F04DF-B613-409F-3A59-1EA447F14F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AD819-9E36-4474-9484-D819D0E82716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B123F1-408A-E719-19EB-3354D2C19E7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G Viswavardhan Reddy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6A1F4D-5E07-A3C5-1D6A-97853A1A3B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15FCB4-8139-4D5B-BACE-63331D43BD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04270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28F95E-E84A-4683-9818-99872CB2007E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G Viswavardhan Reddy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448C8-30B1-40A7-A5A9-95B0F5B4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08628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448C8-30B1-40A7-A5A9-95B0F5B47907}" type="slidenum">
              <a:rPr lang="en-IN" smtClean="0"/>
              <a:t>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0B2B2-161F-877B-76B2-CD4E7168350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G Viswavardhan Reddy</a:t>
            </a:r>
          </a:p>
        </p:txBody>
      </p:sp>
    </p:spTree>
    <p:extLst>
      <p:ext uri="{BB962C8B-B14F-4D97-AF65-F5344CB8AC3E}">
        <p14:creationId xmlns:p14="http://schemas.microsoft.com/office/powerpoint/2010/main" val="367604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E90D0-1289-8368-E9C1-30C7018AB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DC596D-C72C-66A0-B44D-C4638C450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8FFC9-90F4-0FF2-8030-ECAB6BEF0E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1C401-4DDE-5A3F-FA6D-11F67F119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abc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04537-54D0-D144-6A13-D6F73F00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9D94-F30F-40C3-ACD4-7E54B93EB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052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4F226-45BB-FC88-BC77-3ADC9C6ED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927BB-A96A-AC8C-C6A0-16B938335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FFC05-8ECA-914B-30AB-AC30425AE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9D94-F30F-40C3-ACD4-7E54B93EB0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6750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C0C43-149A-6F49-99B2-25F0EEE19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477AA-E67C-5560-27BB-038F36305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24C83-D9BE-5720-3F89-27E08074BF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8BE59-983F-C9A8-6C74-E60D5498D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abc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0463C-85E0-9935-AF74-459A57582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9D94-F30F-40C3-ACD4-7E54B93EB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22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2967C-1930-0EC8-69B0-C14159151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FA38B-7403-7373-202A-3D1FFCD4D6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41F32D-4978-7240-2F3A-856170D83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7E66E-72FA-E536-8CA6-D03E179903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243E4-C594-8FB2-97C9-439BA7230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abc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90659-2D93-BEC1-1555-894B2AE01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9D94-F30F-40C3-ACD4-7E54B93EB0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6043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3DDD3-D6AD-6D1C-6026-F1E8A2FCC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D209E-FB56-01C0-7DF8-E63E3452D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57724-A3FE-9AC9-F36A-06C412E92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89FCB4-7456-0CA2-ADB8-C83F9F5344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9464AC-39C2-1607-1FF5-AD094ECF9A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9C0B10-ECF9-0DDD-CCB7-5B23142635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748142-9AF3-9745-7D81-A514CD924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abc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08E228-1644-BCE3-1D09-3B2B8BEED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9D94-F30F-40C3-ACD4-7E54B93EB0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0567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B25E3-1CF0-EDB8-F5C9-7C5673DAE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7812A6-4ECA-9B2C-58D1-E1E68F8A0E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C7F020-6B0F-51F5-D08D-9C2DC64E2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abc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7117C-BF11-B9C3-E1A2-4F3EDC5B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9D94-F30F-40C3-ACD4-7E54B93EB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713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15C15-CD07-02AA-AE6C-C28868510E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FFE1EA-A9A5-8979-A95D-55C87094D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abc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7DFDB-012B-E375-1A53-65BDE5127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9D94-F30F-40C3-ACD4-7E54B93EB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545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B188D-205E-7089-0D7F-06CC14FA3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20224-3D74-9719-C467-1842D5869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C8813-1512-20F6-5E32-4F55AF190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E7DB4-7C3E-FBCC-C2DB-6079047223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9E904-D1A6-FC57-B2D5-D483C0A8A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abc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526A8-6B17-8A45-97F2-5B9F91EB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9D94-F30F-40C3-ACD4-7E54B93EB0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5668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2F866-8F69-544F-E2E8-762CEC7FD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A1EB1C-9615-83F8-34F4-804C6B512C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4E1CA7-289F-DFC4-818E-144225F099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67180-9398-5EE2-8D4A-FAB4C3AFEA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E5063-816F-8F59-DAB8-0EB2B5A7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abc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544CF-9C13-7DE3-59B1-727C59ED2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9D94-F30F-40C3-ACD4-7E54B93EB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328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3262D-991A-1DB1-9335-25FD31038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1C8E3-3EBA-3880-98DF-30227EA78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250E6-D56C-C43E-BBDB-08F7F8B416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06518-DBA2-A506-97CB-945741A9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abc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B965C-2AE0-FC16-B34E-A6138E77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9D94-F30F-40C3-ACD4-7E54B93EB0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0482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85FDC4-1FD8-86DB-F18C-578301DFD9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BD779-21FB-754D-5519-13153E96E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5D5FA-49D2-6C93-1E6A-37C2451194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77170-5538-2D5A-13B7-353EE25FA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abc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89E89-2AEE-A1C5-D94E-0392A81E1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9D94-F30F-40C3-ACD4-7E54B93EB0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8745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5000" r="-10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AD3292-8545-700F-B43C-DAE897B51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C0D95-FF91-CA79-2D02-80EAF7F28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6C0D2-1E2C-6653-DABF-FEC4BF5C0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D97B9D94-F30F-40C3-ACD4-7E54B93EB059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E7CCF4A-2A6E-EB12-7851-2EDE1BB0F686}"/>
              </a:ext>
            </a:extLst>
          </p:cNvPr>
          <p:cNvSpPr txBox="1">
            <a:spLocks/>
          </p:cNvSpPr>
          <p:nvPr userDrawn="1"/>
        </p:nvSpPr>
        <p:spPr>
          <a:xfrm>
            <a:off x="83820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tx1"/>
                </a:solidFill>
              </a:rPr>
              <a:t>G Viswavardhan Reddy</a:t>
            </a:r>
            <a:endParaRPr lang="en-IN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530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6A6BE8-1D79-E9A9-83B5-906DCCF90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IN" b="1" dirty="0"/>
              <a:t>The Power Up Challenge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85A753-640D-3E24-0746-FFD74556E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9D94-F30F-40C3-ACD4-7E54B93EB059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8575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93A1BFE-3133-FD55-D0DA-EA3538FD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Contents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1C6133A-BA9C-E425-C334-05FDDF9B6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Project brief</a:t>
            </a:r>
          </a:p>
          <a:p>
            <a:r>
              <a:rPr lang="en-IN" dirty="0"/>
              <a:t>High level requirements</a:t>
            </a:r>
          </a:p>
          <a:p>
            <a:r>
              <a:rPr lang="en-IN" dirty="0"/>
              <a:t>Assumptions</a:t>
            </a:r>
          </a:p>
          <a:p>
            <a:r>
              <a:rPr lang="en-IN" dirty="0"/>
              <a:t>Solution walkthrough</a:t>
            </a:r>
          </a:p>
          <a:p>
            <a:r>
              <a:rPr lang="en-IN" dirty="0"/>
              <a:t>Power BI demonstration</a:t>
            </a:r>
          </a:p>
          <a:p>
            <a:r>
              <a:rPr lang="en-IN" dirty="0"/>
              <a:t>Extending my solution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CF87AA-9CD1-381F-2A6F-DFDDD9F42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9D94-F30F-40C3-ACD4-7E54B93EB059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283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4DD78-A3A7-F1D6-704E-6E2DF6E1B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736702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/>
              <a:t>Parking Challenge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1AD8DA0-C962-9F07-343A-99AF1D2F2A5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850" b="-19850"/>
          <a:stretch>
            <a:fillRect/>
          </a:stretch>
        </p:blipFill>
        <p:spPr>
          <a:xfrm>
            <a:off x="5180012" y="1193902"/>
            <a:ext cx="6172200" cy="487362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F24816-B9F1-6BE6-D156-94D01B21E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57068"/>
            <a:ext cx="4154999" cy="4610459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b="1" dirty="0"/>
              <a:t>Contoso High school </a:t>
            </a:r>
            <a:r>
              <a:rPr lang="en-IN" sz="2000" dirty="0"/>
              <a:t>face challenges with parking availability that leads to complaints from both teachers &amp; visitors.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/>
              <a:t>To address this the leadership team seeks a better understanding of </a:t>
            </a:r>
            <a:r>
              <a:rPr lang="en-IN" sz="2000" b="1" dirty="0"/>
              <a:t>parking usage &amp; occupancy</a:t>
            </a:r>
            <a:r>
              <a:rPr lang="en-IN" sz="20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A simple system that enables staff and visitors to </a:t>
            </a:r>
            <a:r>
              <a:rPr lang="en-US" sz="2000" b="1" dirty="0"/>
              <a:t>request parking</a:t>
            </a:r>
            <a:r>
              <a:rPr lang="en-US" sz="2000" dirty="0"/>
              <a:t> on a daily basis.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Additionally, the system should facilitate the </a:t>
            </a:r>
            <a:r>
              <a:rPr lang="en-US" sz="2000" b="1" dirty="0"/>
              <a:t>inspection</a:t>
            </a:r>
            <a:r>
              <a:rPr lang="en-US" sz="2000" dirty="0"/>
              <a:t> of parking spaces by a member of staff to verify who is using the parking.</a:t>
            </a:r>
            <a:endParaRPr lang="en-IN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F479C0-30B5-CF57-7751-94966ABD3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9D94-F30F-40C3-ACD4-7E54B93EB05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362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8722E-7556-E896-96F5-686D209CF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High Level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16979-6527-7D18-23C9-E20EA097F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A Power Platform solution called “</a:t>
            </a:r>
            <a:r>
              <a:rPr lang="en-US" b="1" dirty="0"/>
              <a:t>Parking Challenge</a:t>
            </a:r>
            <a:r>
              <a:rPr lang="en-US" dirty="0"/>
              <a:t>” with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/>
              <a:t>A dedicated publisher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/>
              <a:t>data model</a:t>
            </a:r>
            <a:r>
              <a:rPr lang="en-US" dirty="0"/>
              <a:t> comprising 3 tables</a:t>
            </a:r>
          </a:p>
          <a:p>
            <a:pPr lvl="2" algn="just"/>
            <a:r>
              <a:rPr lang="en-US" dirty="0"/>
              <a:t>Vehicle</a:t>
            </a:r>
          </a:p>
          <a:p>
            <a:pPr lvl="2" algn="just"/>
            <a:r>
              <a:rPr lang="en-US" dirty="0"/>
              <a:t>Parking Request</a:t>
            </a:r>
          </a:p>
          <a:p>
            <a:pPr lvl="2" algn="just"/>
            <a:r>
              <a:rPr lang="en-US" dirty="0"/>
              <a:t>Parking Inspection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/>
              <a:t>model-driven app</a:t>
            </a:r>
            <a:r>
              <a:rPr lang="en-US" dirty="0"/>
              <a:t> to enter visitor and staff parking requests on a daily basis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/>
              <a:t>canvas app</a:t>
            </a:r>
            <a:r>
              <a:rPr lang="en-US" dirty="0"/>
              <a:t> to be used by a parking inspector (a staff member) to log parking inspections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/>
              <a:t>Power Automate cloud flow</a:t>
            </a:r>
            <a:r>
              <a:rPr lang="en-US" dirty="0"/>
              <a:t> to confirm parking requests</a:t>
            </a:r>
          </a:p>
          <a:p>
            <a:pPr algn="just"/>
            <a:r>
              <a:rPr lang="en-US" dirty="0"/>
              <a:t>A Power BI report is required to support the organization in managing their parking more effectively.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C7A86-8DEC-8604-19E8-3D16421C4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9D94-F30F-40C3-ACD4-7E54B93EB059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8223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1E693-E35C-85D1-B4BB-63690DB09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D7EAB-3369-6C25-43EB-809B6B1DA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There is just </a:t>
            </a:r>
            <a:r>
              <a:rPr lang="en-US" b="1" dirty="0"/>
              <a:t>1 inspection</a:t>
            </a:r>
            <a:r>
              <a:rPr lang="en-US" dirty="0"/>
              <a:t> of all parked vehicles each day at 5pm. During this inspection every vehicle parked at that time is logged</a:t>
            </a:r>
          </a:p>
          <a:p>
            <a:pPr algn="just"/>
            <a:r>
              <a:rPr lang="en-US" dirty="0"/>
              <a:t>The inspection is performed by a member of staff using a </a:t>
            </a:r>
            <a:r>
              <a:rPr lang="en-US" b="1" dirty="0"/>
              <a:t>canvas app on a tablet device</a:t>
            </a:r>
          </a:p>
          <a:p>
            <a:pPr algn="just"/>
            <a:r>
              <a:rPr lang="en-US" dirty="0"/>
              <a:t>Parking requests made after the inspection takes place are not considered valid</a:t>
            </a:r>
          </a:p>
          <a:p>
            <a:pPr algn="just"/>
            <a:r>
              <a:rPr lang="en-US" dirty="0"/>
              <a:t>There are only </a:t>
            </a:r>
            <a:r>
              <a:rPr lang="en-US" b="1" dirty="0"/>
              <a:t>15 car parking spaces</a:t>
            </a:r>
            <a:r>
              <a:rPr lang="en-US" dirty="0"/>
              <a:t> available at any one time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42DC8-495D-C3F9-1831-7118E04D0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9D94-F30F-40C3-ACD4-7E54B93EB059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6303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4B952-A52E-34C8-13F3-E4CF234EC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Solution Snapshot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B42C82A-89AD-F4DB-60FD-29BD9F5689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28144" y="1690688"/>
            <a:ext cx="7735712" cy="4351338"/>
          </a:xfr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836B591-84E2-BBFB-615F-A5025C953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9D94-F30F-40C3-ACD4-7E54B93EB059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1347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3926B-7029-D081-ABDD-1A9EC77D0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3821C6-E70D-2F91-0627-D037BB05A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IN" b="1" dirty="0"/>
              <a:t>Solution Walkthrough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2C560C-D909-3413-FB16-3BE8E4312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9D94-F30F-40C3-ACD4-7E54B93EB059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5699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C32D2-AA23-6EA3-E276-1EB28EC70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193274-8078-4C84-44B9-6C79AF8FE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IN" b="1" dirty="0"/>
              <a:t>Power BI Report Demonstration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398BB4-5767-2F44-D400-ECA3AC123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9D94-F30F-40C3-ACD4-7E54B93EB059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3137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D34EC-2D3A-7144-21CE-B72EDF898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B83E5-4205-4D18-121A-7A54B91D3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Extending My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35C64-37B3-4368-C58A-0651B4A67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Inspection should happen </a:t>
            </a:r>
            <a:r>
              <a:rPr lang="en-IN" b="1" dirty="0"/>
              <a:t>real-time</a:t>
            </a:r>
            <a:r>
              <a:rPr lang="en-IN" dirty="0"/>
              <a:t> using technologies like license plate recognition cameras, QR check-in at entry…</a:t>
            </a:r>
          </a:p>
          <a:p>
            <a:pPr algn="just"/>
            <a:r>
              <a:rPr lang="en-IN" dirty="0"/>
              <a:t>Introducing </a:t>
            </a:r>
            <a:r>
              <a:rPr lang="en-IN" b="1" dirty="0"/>
              <a:t>occupancy</a:t>
            </a:r>
            <a:r>
              <a:rPr lang="en-IN" dirty="0"/>
              <a:t> details</a:t>
            </a:r>
          </a:p>
          <a:p>
            <a:pPr algn="just"/>
            <a:r>
              <a:rPr lang="en-IN" dirty="0"/>
              <a:t>Parking requests should be </a:t>
            </a:r>
            <a:r>
              <a:rPr lang="en-IN" b="1" dirty="0"/>
              <a:t>either approved or rejected</a:t>
            </a:r>
            <a:r>
              <a:rPr lang="en-IN" dirty="0"/>
              <a:t> based on occupancy and then send an email notification</a:t>
            </a:r>
          </a:p>
          <a:p>
            <a:pPr algn="just"/>
            <a:r>
              <a:rPr lang="en-IN" dirty="0"/>
              <a:t>To prevent </a:t>
            </a:r>
            <a:r>
              <a:rPr lang="en-IN" b="1" dirty="0"/>
              <a:t>firing duplicate emails</a:t>
            </a:r>
            <a:r>
              <a:rPr lang="en-IN" dirty="0"/>
              <a:t> we’ve to add 2 more columns to the parking requests table</a:t>
            </a:r>
          </a:p>
          <a:p>
            <a:pPr lvl="1"/>
            <a:r>
              <a:rPr lang="en-IN" dirty="0" err="1"/>
              <a:t>IsRequestApproved</a:t>
            </a:r>
            <a:endParaRPr lang="en-IN" dirty="0"/>
          </a:p>
          <a:p>
            <a:pPr lvl="1"/>
            <a:r>
              <a:rPr lang="en-IN" dirty="0" err="1"/>
              <a:t>NotificationSent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07F5E-DD14-69AD-B4C9-D3D35818F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9D94-F30F-40C3-ACD4-7E54B93EB059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1600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BF516-09C0-DCB5-54F5-63806C719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8D1B58-1663-2E7B-3BDA-1BFF08678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IN" b="1" dirty="0"/>
              <a:t>Thank You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CB4456-1173-E042-C01D-E4D36D18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9D94-F30F-40C3-ACD4-7E54B93EB059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6363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386</TotalTime>
  <Words>330</Words>
  <Application>Microsoft Office PowerPoint</Application>
  <PresentationFormat>Widescreen</PresentationFormat>
  <Paragraphs>52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The Power Up Challenge</vt:lpstr>
      <vt:lpstr>Contents</vt:lpstr>
      <vt:lpstr>Parking Challenge</vt:lpstr>
      <vt:lpstr>High Level Requirements</vt:lpstr>
      <vt:lpstr>Assumptions</vt:lpstr>
      <vt:lpstr>Solution Snapshot</vt:lpstr>
      <vt:lpstr>Solution Walkthrough</vt:lpstr>
      <vt:lpstr>Power BI Report Demonstration</vt:lpstr>
      <vt:lpstr>Extending My Solution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Sindhuja Reddy Gundavarapu</dc:creator>
  <cp:lastModifiedBy>G Viswavardhan Reddy</cp:lastModifiedBy>
  <cp:revision>4</cp:revision>
  <dcterms:created xsi:type="dcterms:W3CDTF">2025-09-17T09:10:30Z</dcterms:created>
  <dcterms:modified xsi:type="dcterms:W3CDTF">2025-09-19T02:26:53Z</dcterms:modified>
</cp:coreProperties>
</file>